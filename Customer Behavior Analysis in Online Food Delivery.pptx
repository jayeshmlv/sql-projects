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256" r:id="rId5"/>
    <p:sldId id="257" r:id="rId6"/>
    <p:sldId id="299" r:id="rId7"/>
    <p:sldId id="300" r:id="rId8"/>
    <p:sldId id="297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316" r:id="rId25"/>
    <p:sldId id="317" r:id="rId26"/>
    <p:sldId id="318" r:id="rId27"/>
    <p:sldId id="319" r:id="rId28"/>
    <p:sldId id="320" r:id="rId29"/>
    <p:sldId id="289" r:id="rId30"/>
    <p:sldId id="29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646" autoAdjust="0"/>
  </p:normalViewPr>
  <p:slideViewPr>
    <p:cSldViewPr snapToGrid="0">
      <p:cViewPr varScale="1">
        <p:scale>
          <a:sx n="81" d="100"/>
          <a:sy n="81" d="100"/>
        </p:scale>
        <p:origin x="754" y="72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8/10/relationships/authors" Target="authors.xml"/><Relationship Id="rId21" Type="http://schemas.openxmlformats.org/officeDocument/2006/relationships/slide" Target="slides/slide17.xml"/><Relationship Id="rId34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9D6C9-764A-431B-B9E5-352EF2CFF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00AFBA-3C3D-7478-C9DE-11C534E53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745A6B-39E3-04EF-5669-BF3C496C3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11D39-835D-DFF5-1BE5-924A2E57EE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801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DDE7A-EBC9-677E-4A1E-F2C1159E1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CCD3E2-AA1E-872E-1CDA-244C586F06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EF958B-7D8F-EAEB-909F-54A59DB990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832BDD-58F7-8C07-0EFA-3617827989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1806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1592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E33B2-237D-0864-F86A-62AF1A54C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38B2BF-C09C-58BC-2C13-FA40975F4E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D61763-C577-0099-FFB0-2258C57895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C92C3-5396-4C8B-1AAF-30C32238D4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7645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11AB0-7C07-5B2D-18AA-C3863EAB3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39138F-8DC2-9D8C-869A-AABA30CFD6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088456-38A0-72DE-EE6E-0A0EBB803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45A05-B480-A207-226C-C3B95496D7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8209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875F7-2C43-8181-3569-B2BB2AD8F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BBA4D9-731E-94A6-AE1E-39D99665F0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80D9A2-0BEF-5179-60E1-2DE4603D69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CE89E-D3D2-C2AE-CABC-ED5A2E92CD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4353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C91BE-D853-BE43-C495-94B8A1F49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A6B796-73D5-A8FA-7A44-A7C11DC5A0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84B00F-BC5F-73FF-C421-13D10E7C66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DE6A6-0E2E-10FE-C1B2-4F7F7ADA59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9093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14F44-CF8D-625F-C023-0931ECC8B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FBB0CB-31D0-6852-0D0C-B97E68AEFB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2B6B4C-A141-9A15-7E2C-D94D2452D7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E4BCA-A80D-D96E-9497-BDEEE82816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2454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C2F9A-BBC7-8B5A-F2A6-0FE39A630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F2E7D8-D847-5D19-B2B3-EF945188E8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1D6FFF-B340-B04F-0226-BFBC3BB4C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F6285B-B6D1-8C83-1287-3F1B823BBC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7558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21114-158F-226E-9097-59EDBE61C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421FD9-21CA-AB5F-B3C8-B84F2F5E84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05DE52-80ED-9F3E-7020-3642783EB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CB465-4197-9BC2-738F-218C4E464F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9701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11851-2AA7-E8D9-C048-3DF551533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5F4830-EB20-8CDB-F56D-46ABB9AAA1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E53AF8-902D-F1FF-FB81-0A1369FB5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41DF7-BF31-DC03-7BEC-E946F2BF95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5020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B0B39-7FFE-8FE4-366E-D4C7E09A8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1E666E-099E-0310-4E30-386583E808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19C752-21AF-CE52-8296-23A24302A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06ADE-BBBF-2CB9-9021-FE837901A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0721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14984-A4BB-90E7-987E-31C343B80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80F250-EF2D-DDD7-8A76-613BF6A36C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A0F811-3936-D6D7-5E73-C22199D0DD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F1486-B0A3-3589-9E90-F95A13F4B0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4668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923FF-D57C-3494-78D7-B042D2F9F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3AA7C6-3CC4-F0E9-2C71-94EFAA13AD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E1A13F-7DFD-26EC-EDFE-2B4921240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C9996-6E8C-798E-904B-3FC74D3C7B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0509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3BFB9-EB8F-26B7-7346-C34FB6811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29390F-5296-9241-88DD-D465261176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C15F1F-A9F7-DB48-5D64-F4A262DA7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BC09C-20D6-1DC1-4B83-7C32E52DB4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109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E83EE-92A5-C579-A2F8-280B89EEA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CE7744-FF30-FFD0-E733-81109F6DA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7858B-7FF9-E467-B4DC-0B047F20F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4C632-C68A-6DBE-B52F-13E6B3A4AC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6794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1221D-A96C-C39C-C9B3-57BAD5020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866E97-27CE-DF0B-0DD5-FE583142F3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3AAE6D-1807-A47A-4F7A-E56DC35D1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A69376-92DE-1194-F1A7-7AEABE1CC2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7054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4E4DA-F927-CA8D-FFAD-699804781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5791AB-F052-E5B4-101F-5F1B761C43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44636C-DF50-A21F-3F15-58A888245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1B46B-EADE-D618-9820-B6313E1AFD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478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CBBA3-61E0-AFED-980F-008889F53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A8741A-F018-C926-A253-FC12FF0ECB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1DD48E-1CAC-28F5-7C05-D0B1D6CDE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8C4BB3-7122-B726-E22C-36E42E347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5246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9D59F-C863-2B46-B8B9-2C35906F0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E3CA8F-9B02-563E-D230-2E4EA63776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10EA44-348B-497C-44FF-AB1E4B50AE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38CC8-09C2-4ED7-3649-2FA88B76F8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6293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573A4-5E2A-0FA3-69E3-518DB4382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BCC88D-C48D-74BB-E7F2-77C5AE1468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8FEADE-7F83-BC00-9924-2017ED2972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3B9D2-ABAC-C6CE-1352-6E1D8BEC29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1712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3A343-44F1-FAFA-5102-AD4AFCFE9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40EB49-0110-F664-293F-19F3FF6BB5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D56602-8B80-6C1A-8690-7CB7E42C17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7D82E-DD16-E9F6-674C-151BCAA031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2901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BE014-0D49-73C6-24A7-0290B3DA1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42CC5A-F2B4-A762-04F1-1D3C474C3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6616FD-2D18-2017-FAB6-B1CADE37E8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CFA388-46F7-EE57-A804-BD4386F112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6817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7933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59" r:id="rId4"/>
    <p:sldLayoutId id="2147483668" r:id="rId5"/>
    <p:sldLayoutId id="2147483669" r:id="rId6"/>
    <p:sldLayoutId id="2147483661" r:id="rId7"/>
    <p:sldLayoutId id="2147483666" r:id="rId8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6918" y="160255"/>
            <a:ext cx="7731411" cy="4056283"/>
          </a:xfrm>
        </p:spPr>
        <p:txBody>
          <a:bodyPr/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Customer Behavior Analysis in Online Food Delivery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C6A93BE-BE61-4ADD-CE91-3A5B39C66CD8}"/>
              </a:ext>
            </a:extLst>
          </p:cNvPr>
          <p:cNvSpPr txBox="1">
            <a:spLocks/>
          </p:cNvSpPr>
          <p:nvPr/>
        </p:nvSpPr>
        <p:spPr>
          <a:xfrm>
            <a:off x="2590940" y="4911363"/>
            <a:ext cx="5921464" cy="105856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SQL Case Study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E58D267-49D7-DEC5-663D-886A88C44B58}"/>
              </a:ext>
            </a:extLst>
          </p:cNvPr>
          <p:cNvSpPr txBox="1">
            <a:spLocks/>
          </p:cNvSpPr>
          <p:nvPr/>
        </p:nvSpPr>
        <p:spPr>
          <a:xfrm>
            <a:off x="7192651" y="6004875"/>
            <a:ext cx="3431357" cy="6060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Jayesh Malviya</a:t>
            </a:r>
          </a:p>
          <a:p>
            <a:pPr algn="r"/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CX_138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Introduction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39A76D7-4335-34EF-D741-F01A889A49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8875" y="2147221"/>
            <a:ext cx="977917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Objective: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/>
              <a:t>	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Analyze customer behavior using SQL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Focus: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Revenue analysis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Customer activity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Gold membership impact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AB498-C1DF-C831-3308-F16F4F9AF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8AC10-750C-957D-6BD2-A5567D2D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Dataset Overview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CC74611-4030-5912-16C5-BD7F5F5686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8864" y="2050781"/>
            <a:ext cx="1005902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Tables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Users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Sales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Product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Goldusers_signup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Key columns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user_id</a:t>
            </a:r>
            <a:endParaRPr lang="en-US" altLang="en-US" sz="1800" dirty="0"/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product_id</a:t>
            </a:r>
            <a:endParaRPr lang="en-US" altLang="en-US" sz="1800" dirty="0"/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Price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created_date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4976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1B4EC-B146-C2C1-613E-30E8E8F87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3131A-D56C-84FD-01C5-DAAD36203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Methodology &amp; Approach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87FEA32-5128-753C-E1AA-CDB8BA466A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8864" y="2251061"/>
            <a:ext cx="10059022" cy="2563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SQL Techniques Used: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800" dirty="0"/>
              <a:t>Joins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800" dirty="0"/>
              <a:t>Aggregations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800" dirty="0"/>
              <a:t>CTEs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800" dirty="0"/>
              <a:t>Window Functions</a:t>
            </a:r>
          </a:p>
          <a:p>
            <a:r>
              <a:rPr lang="en-US" sz="1800" b="1" dirty="0"/>
              <a:t>Approach:</a:t>
            </a:r>
          </a:p>
          <a:p>
            <a:pPr lvl="1"/>
            <a:r>
              <a:rPr lang="en-US" sz="1800" dirty="0"/>
              <a:t>Query → Analyze → Insight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5483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AA093-E00B-31E9-0A13-71142E30E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40511"/>
            <a:ext cx="6245912" cy="3269447"/>
          </a:xfrm>
        </p:spPr>
        <p:txBody>
          <a:bodyPr/>
          <a:lstStyle/>
          <a:p>
            <a:pPr algn="ctr"/>
            <a:r>
              <a:rPr lang="en-US" sz="4800" dirty="0"/>
              <a:t>SQL queries -&gt;</a:t>
            </a:r>
          </a:p>
        </p:txBody>
      </p:sp>
    </p:spTree>
    <p:extLst>
      <p:ext uri="{BB962C8B-B14F-4D97-AF65-F5344CB8AC3E}">
        <p14:creationId xmlns:p14="http://schemas.microsoft.com/office/powerpoint/2010/main" val="4117153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3460C-C608-607C-6DD1-10A13BBAE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9F575-BEB8-892A-AB34-C480BBD11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289" y="537327"/>
            <a:ext cx="9286035" cy="1208305"/>
          </a:xfrm>
        </p:spPr>
        <p:txBody>
          <a:bodyPr/>
          <a:lstStyle/>
          <a:p>
            <a:r>
              <a:rPr lang="en-IN" sz="2400" dirty="0"/>
              <a:t>Q1</a:t>
            </a:r>
            <a:endParaRPr lang="en-US" sz="24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3441FEA-2FBF-3DA3-0611-F0A238DA4D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59063" y="1962450"/>
            <a:ext cx="7704488" cy="3101609"/>
          </a:xfrm>
        </p:spPr>
      </p:pic>
    </p:spTree>
    <p:extLst>
      <p:ext uri="{BB962C8B-B14F-4D97-AF65-F5344CB8AC3E}">
        <p14:creationId xmlns:p14="http://schemas.microsoft.com/office/powerpoint/2010/main" val="4023529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C5B4E-21D0-5B9A-F8DF-269F8022C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8C576-4D68-0C24-6CD5-AAEC38F84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288" y="311084"/>
            <a:ext cx="9286035" cy="1208305"/>
          </a:xfrm>
        </p:spPr>
        <p:txBody>
          <a:bodyPr/>
          <a:lstStyle/>
          <a:p>
            <a:r>
              <a:rPr lang="en-IN" sz="2400" dirty="0"/>
              <a:t>Q2</a:t>
            </a:r>
            <a:endParaRPr lang="en-US" sz="24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848932-65D4-EC1E-FF2F-A139E636B3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10629" y="1830473"/>
            <a:ext cx="6401355" cy="3330229"/>
          </a:xfrm>
        </p:spPr>
      </p:pic>
    </p:spTree>
    <p:extLst>
      <p:ext uri="{BB962C8B-B14F-4D97-AF65-F5344CB8AC3E}">
        <p14:creationId xmlns:p14="http://schemas.microsoft.com/office/powerpoint/2010/main" val="3113847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D0976-DDF2-F0FE-3778-EB8C1DD25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5BA1E-4057-1DE6-4EC4-2D877B9E4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75" y="518473"/>
            <a:ext cx="9286035" cy="1208305"/>
          </a:xfrm>
        </p:spPr>
        <p:txBody>
          <a:bodyPr/>
          <a:lstStyle/>
          <a:p>
            <a:r>
              <a:rPr lang="en-IN" sz="2400" dirty="0"/>
              <a:t>Q3</a:t>
            </a:r>
            <a:endParaRPr lang="en-US" sz="24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763DAF5-1BAE-E052-2864-0B78A80121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58875" y="2709785"/>
            <a:ext cx="9779000" cy="1982943"/>
          </a:xfrm>
        </p:spPr>
      </p:pic>
    </p:spTree>
    <p:extLst>
      <p:ext uri="{BB962C8B-B14F-4D97-AF65-F5344CB8AC3E}">
        <p14:creationId xmlns:p14="http://schemas.microsoft.com/office/powerpoint/2010/main" val="3565799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8757B-7E80-FE95-33D9-C9AEB7D28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AF8DD-BED1-9B5B-3390-6C783CBEC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75" y="518473"/>
            <a:ext cx="9286035" cy="1208305"/>
          </a:xfrm>
        </p:spPr>
        <p:txBody>
          <a:bodyPr/>
          <a:lstStyle/>
          <a:p>
            <a:r>
              <a:rPr lang="en-IN" sz="2400" dirty="0"/>
              <a:t>Q4</a:t>
            </a:r>
            <a:endParaRPr lang="en-US" sz="24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BED504D-CBBD-04B5-7999-D304CD11DC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59128" y="2177124"/>
            <a:ext cx="6378493" cy="3048264"/>
          </a:xfrm>
        </p:spPr>
      </p:pic>
    </p:spTree>
    <p:extLst>
      <p:ext uri="{BB962C8B-B14F-4D97-AF65-F5344CB8AC3E}">
        <p14:creationId xmlns:p14="http://schemas.microsoft.com/office/powerpoint/2010/main" val="2755996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AD101-710D-24AD-4A78-31570E31C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DB298-3D4A-5551-C943-351AFF76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75" y="518473"/>
            <a:ext cx="9286035" cy="1208305"/>
          </a:xfrm>
        </p:spPr>
        <p:txBody>
          <a:bodyPr/>
          <a:lstStyle/>
          <a:p>
            <a:r>
              <a:rPr lang="en-IN" sz="2400" dirty="0"/>
              <a:t>Q5</a:t>
            </a:r>
            <a:endParaRPr lang="en-US" sz="24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4177363-1ACD-2EB1-DC01-37360059D8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50492" y="2325727"/>
            <a:ext cx="6995766" cy="2751058"/>
          </a:xfrm>
        </p:spPr>
      </p:pic>
    </p:spTree>
    <p:extLst>
      <p:ext uri="{BB962C8B-B14F-4D97-AF65-F5344CB8AC3E}">
        <p14:creationId xmlns:p14="http://schemas.microsoft.com/office/powerpoint/2010/main" val="1525735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CA6D2-7465-BB8B-4B60-34F99E30C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BD093-D983-F2F2-3D1F-D57E17C2B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75" y="518473"/>
            <a:ext cx="9286035" cy="1208305"/>
          </a:xfrm>
        </p:spPr>
        <p:txBody>
          <a:bodyPr/>
          <a:lstStyle/>
          <a:p>
            <a:r>
              <a:rPr lang="en-IN" sz="2400" dirty="0"/>
              <a:t>Q6</a:t>
            </a:r>
            <a:endParaRPr lang="en-US" sz="2400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3A5D61C-C27E-639A-08F3-AF904D3910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07562" y="2436227"/>
            <a:ext cx="7681626" cy="2530059"/>
          </a:xfrm>
        </p:spPr>
      </p:pic>
    </p:spTree>
    <p:extLst>
      <p:ext uri="{BB962C8B-B14F-4D97-AF65-F5344CB8AC3E}">
        <p14:creationId xmlns:p14="http://schemas.microsoft.com/office/powerpoint/2010/main" val="2098905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6B530-6E05-6F86-FFA2-748C88BE7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9039-0192-EFAE-EF9E-726FA0A02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75" y="518473"/>
            <a:ext cx="9286035" cy="1208305"/>
          </a:xfrm>
        </p:spPr>
        <p:txBody>
          <a:bodyPr/>
          <a:lstStyle/>
          <a:p>
            <a:r>
              <a:rPr lang="en-IN" sz="2400" dirty="0"/>
              <a:t>Q7</a:t>
            </a:r>
            <a:endParaRPr lang="en-US" sz="24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80EEEAF-CBE0-0A6A-9761-000521A6DD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91508" y="2017713"/>
            <a:ext cx="5913733" cy="3367087"/>
          </a:xfrm>
        </p:spPr>
      </p:pic>
    </p:spTree>
    <p:extLst>
      <p:ext uri="{BB962C8B-B14F-4D97-AF65-F5344CB8AC3E}">
        <p14:creationId xmlns:p14="http://schemas.microsoft.com/office/powerpoint/2010/main" val="1139579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70C4B-85FC-169D-1E58-7655AD390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B96B7-50EF-E90F-9B6C-C17B2B450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75" y="518473"/>
            <a:ext cx="9286035" cy="1208305"/>
          </a:xfrm>
        </p:spPr>
        <p:txBody>
          <a:bodyPr/>
          <a:lstStyle/>
          <a:p>
            <a:r>
              <a:rPr lang="en-IN" sz="2400" dirty="0"/>
              <a:t>Q8</a:t>
            </a:r>
            <a:endParaRPr lang="en-US" sz="24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C594549-93E7-45EC-B029-86E7CD885F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05699" y="2291434"/>
            <a:ext cx="7285351" cy="2819644"/>
          </a:xfrm>
        </p:spPr>
      </p:pic>
    </p:spTree>
    <p:extLst>
      <p:ext uri="{BB962C8B-B14F-4D97-AF65-F5344CB8AC3E}">
        <p14:creationId xmlns:p14="http://schemas.microsoft.com/office/powerpoint/2010/main" val="617969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30E8C-CB1E-1A37-63D4-9F1252EFC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138CF-650F-82A9-2105-EB585F785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75" y="518473"/>
            <a:ext cx="9286035" cy="1208305"/>
          </a:xfrm>
        </p:spPr>
        <p:txBody>
          <a:bodyPr/>
          <a:lstStyle/>
          <a:p>
            <a:r>
              <a:rPr lang="en-IN" sz="2400" dirty="0"/>
              <a:t>Q9</a:t>
            </a:r>
            <a:endParaRPr lang="en-US" sz="24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9CD702C-0262-7650-6DFC-8AFCAAA97E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14905" y="1726778"/>
            <a:ext cx="5973973" cy="4051464"/>
          </a:xfrm>
        </p:spPr>
      </p:pic>
    </p:spTree>
    <p:extLst>
      <p:ext uri="{BB962C8B-B14F-4D97-AF65-F5344CB8AC3E}">
        <p14:creationId xmlns:p14="http://schemas.microsoft.com/office/powerpoint/2010/main" val="8433562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04F46-93A1-9B25-599F-8CD1161D6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CE857-25A8-AAB3-4CCA-0AE7EC761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75" y="518473"/>
            <a:ext cx="9286035" cy="1208305"/>
          </a:xfrm>
        </p:spPr>
        <p:txBody>
          <a:bodyPr/>
          <a:lstStyle/>
          <a:p>
            <a:r>
              <a:rPr lang="en-IN" sz="2400" dirty="0"/>
              <a:t>Q10</a:t>
            </a:r>
            <a:endParaRPr lang="en-US" sz="24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68F9870-D6C6-71B6-8695-B3E3F0E402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59806" y="2436227"/>
            <a:ext cx="8977138" cy="2530059"/>
          </a:xfrm>
        </p:spPr>
      </p:pic>
    </p:spTree>
    <p:extLst>
      <p:ext uri="{BB962C8B-B14F-4D97-AF65-F5344CB8AC3E}">
        <p14:creationId xmlns:p14="http://schemas.microsoft.com/office/powerpoint/2010/main" val="2186394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66350-C22E-D7EA-07D1-74593DAFE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4AA26-F8A8-3917-6D18-F069441E4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75" y="518473"/>
            <a:ext cx="9286035" cy="1208305"/>
          </a:xfrm>
        </p:spPr>
        <p:txBody>
          <a:bodyPr/>
          <a:lstStyle/>
          <a:p>
            <a:r>
              <a:rPr lang="en-IN" sz="2400" dirty="0"/>
              <a:t>Q11</a:t>
            </a:r>
            <a:endParaRPr lang="en-US" sz="24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63F7046-748F-E504-891D-5E7B8ABB77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26529" y="2436227"/>
            <a:ext cx="8443692" cy="2530059"/>
          </a:xfrm>
        </p:spPr>
      </p:pic>
    </p:spTree>
    <p:extLst>
      <p:ext uri="{BB962C8B-B14F-4D97-AF65-F5344CB8AC3E}">
        <p14:creationId xmlns:p14="http://schemas.microsoft.com/office/powerpoint/2010/main" val="4046806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5129D-F5A0-A9B4-C9CE-B9261043B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312AF-BD2B-6F40-5882-DF14C5A88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75" y="518473"/>
            <a:ext cx="9286035" cy="1208305"/>
          </a:xfrm>
        </p:spPr>
        <p:txBody>
          <a:bodyPr/>
          <a:lstStyle/>
          <a:p>
            <a:r>
              <a:rPr lang="en-IN" sz="2400" dirty="0"/>
              <a:t>Q12</a:t>
            </a:r>
            <a:endParaRPr lang="en-US" sz="24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AC78124-DFF0-C0E7-5FD4-667AC76516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73184" y="2367641"/>
            <a:ext cx="8550381" cy="2667231"/>
          </a:xfrm>
        </p:spPr>
      </p:pic>
    </p:spTree>
    <p:extLst>
      <p:ext uri="{BB962C8B-B14F-4D97-AF65-F5344CB8AC3E}">
        <p14:creationId xmlns:p14="http://schemas.microsoft.com/office/powerpoint/2010/main" val="3450708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D4FBB-C572-EC4D-D62D-C53667F77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B71B4-FF6E-DE79-4392-46C3F3DA9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75" y="518473"/>
            <a:ext cx="9286035" cy="1208305"/>
          </a:xfrm>
        </p:spPr>
        <p:txBody>
          <a:bodyPr/>
          <a:lstStyle/>
          <a:p>
            <a:r>
              <a:rPr lang="en-IN" sz="2400" dirty="0"/>
              <a:t>Q13</a:t>
            </a:r>
            <a:endParaRPr lang="en-US" sz="24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213BF70-49C9-BCE7-8A6E-156978B50C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39907" y="2558157"/>
            <a:ext cx="8016935" cy="2286198"/>
          </a:xfrm>
        </p:spPr>
      </p:pic>
    </p:spTree>
    <p:extLst>
      <p:ext uri="{BB962C8B-B14F-4D97-AF65-F5344CB8AC3E}">
        <p14:creationId xmlns:p14="http://schemas.microsoft.com/office/powerpoint/2010/main" val="18370787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4C08B-6F16-9C11-0398-09733BF9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2BDB3-5DA3-D239-0555-7251214F7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75" y="518473"/>
            <a:ext cx="9286035" cy="1208305"/>
          </a:xfrm>
        </p:spPr>
        <p:txBody>
          <a:bodyPr/>
          <a:lstStyle/>
          <a:p>
            <a:r>
              <a:rPr lang="en-IN" sz="2400" dirty="0"/>
              <a:t>Q14</a:t>
            </a:r>
            <a:endParaRPr lang="en-US" sz="24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6275DA1-47E8-59C1-6E20-C782159E8E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48716" y="2017713"/>
            <a:ext cx="7199318" cy="3367087"/>
          </a:xfrm>
        </p:spPr>
      </p:pic>
    </p:spTree>
    <p:extLst>
      <p:ext uri="{BB962C8B-B14F-4D97-AF65-F5344CB8AC3E}">
        <p14:creationId xmlns:p14="http://schemas.microsoft.com/office/powerpoint/2010/main" val="12073773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5E515-79D0-DDEC-924F-D1FD5EBE2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A8351-291C-C8A0-1079-02F61F87E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75" y="518473"/>
            <a:ext cx="9286035" cy="1208305"/>
          </a:xfrm>
        </p:spPr>
        <p:txBody>
          <a:bodyPr/>
          <a:lstStyle/>
          <a:p>
            <a:r>
              <a:rPr lang="en-IN" sz="2400" dirty="0"/>
              <a:t>Q15</a:t>
            </a:r>
            <a:endParaRPr lang="en-US" sz="24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2CBE8B5-66AE-466D-ECF4-E64102FA47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58875" y="2305677"/>
            <a:ext cx="9779000" cy="2791158"/>
          </a:xfrm>
        </p:spPr>
      </p:pic>
    </p:spTree>
    <p:extLst>
      <p:ext uri="{BB962C8B-B14F-4D97-AF65-F5344CB8AC3E}">
        <p14:creationId xmlns:p14="http://schemas.microsoft.com/office/powerpoint/2010/main" val="40638766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DBCB5-8E30-4C62-E628-EF6B44E3B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29864-5507-60CA-3A99-906A46B55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74" y="281507"/>
            <a:ext cx="9286035" cy="1208305"/>
          </a:xfrm>
        </p:spPr>
        <p:txBody>
          <a:bodyPr/>
          <a:lstStyle/>
          <a:p>
            <a:r>
              <a:rPr lang="en-IN" sz="2000" dirty="0"/>
              <a:t>Q16</a:t>
            </a:r>
            <a:endParaRPr lang="en-US" sz="20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4D8938D-CC0A-7284-F073-4B394A2E59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23869" y="1489812"/>
            <a:ext cx="7356044" cy="4072002"/>
          </a:xfrm>
        </p:spPr>
      </p:pic>
    </p:spTree>
    <p:extLst>
      <p:ext uri="{BB962C8B-B14F-4D97-AF65-F5344CB8AC3E}">
        <p14:creationId xmlns:p14="http://schemas.microsoft.com/office/powerpoint/2010/main" val="34608521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B8830-BAB2-FD6C-BE62-3D568F4A6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C4370-5D4E-AE65-89CD-EA8EBA8F7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75" y="518473"/>
            <a:ext cx="9286035" cy="1208305"/>
          </a:xfrm>
        </p:spPr>
        <p:txBody>
          <a:bodyPr/>
          <a:lstStyle/>
          <a:p>
            <a:r>
              <a:rPr lang="en-IN" sz="2000" dirty="0"/>
              <a:t>Q17</a:t>
            </a:r>
            <a:endParaRPr lang="en-US" sz="20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01AA4D5-636C-FBD4-155B-5B04460AB6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64573" y="829936"/>
            <a:ext cx="6474637" cy="5442823"/>
          </a:xfrm>
        </p:spPr>
      </p:pic>
    </p:spTree>
    <p:extLst>
      <p:ext uri="{BB962C8B-B14F-4D97-AF65-F5344CB8AC3E}">
        <p14:creationId xmlns:p14="http://schemas.microsoft.com/office/powerpoint/2010/main" val="4635227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60171-AF94-4452-A6D8-8BF1681F2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A55D1-040D-6617-9AE7-39EA8E22A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75" y="518473"/>
            <a:ext cx="9286035" cy="1208305"/>
          </a:xfrm>
        </p:spPr>
        <p:txBody>
          <a:bodyPr/>
          <a:lstStyle/>
          <a:p>
            <a:r>
              <a:rPr lang="en-IN" sz="2000" dirty="0"/>
              <a:t>Q18</a:t>
            </a:r>
            <a:endParaRPr lang="en-US" sz="20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837330C-CB85-80CE-7F65-8BEAC68852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21326" y="932541"/>
            <a:ext cx="5751334" cy="4992917"/>
          </a:xfrm>
        </p:spPr>
      </p:pic>
    </p:spTree>
    <p:extLst>
      <p:ext uri="{BB962C8B-B14F-4D97-AF65-F5344CB8AC3E}">
        <p14:creationId xmlns:p14="http://schemas.microsoft.com/office/powerpoint/2010/main" val="22908667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2D4ED-7FC5-ECB5-B3B7-B80155666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025BF-755A-6DA6-5C2C-9E4C55E20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433631"/>
            <a:ext cx="9286035" cy="1208305"/>
          </a:xfrm>
        </p:spPr>
        <p:txBody>
          <a:bodyPr/>
          <a:lstStyle/>
          <a:p>
            <a:r>
              <a:rPr lang="en-IN" sz="2000" dirty="0"/>
              <a:t>Q19</a:t>
            </a:r>
            <a:endParaRPr lang="en-US" sz="20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A3F86AC-2E38-A15F-06EB-94B964C223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06500" y="1813464"/>
            <a:ext cx="9779000" cy="3231072"/>
          </a:xfrm>
        </p:spPr>
      </p:pic>
    </p:spTree>
    <p:extLst>
      <p:ext uri="{BB962C8B-B14F-4D97-AF65-F5344CB8AC3E}">
        <p14:creationId xmlns:p14="http://schemas.microsoft.com/office/powerpoint/2010/main" val="33776707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C1CED-9FE9-A2AA-38BB-4A6081600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4EE40-DC58-C57B-8A05-47E1C78B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433631"/>
            <a:ext cx="9286035" cy="1208305"/>
          </a:xfrm>
        </p:spPr>
        <p:txBody>
          <a:bodyPr/>
          <a:lstStyle/>
          <a:p>
            <a:r>
              <a:rPr lang="en-IN" sz="1800" dirty="0"/>
              <a:t>Q20</a:t>
            </a:r>
            <a:endParaRPr lang="en-US" sz="18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A63C410-3363-1089-1433-7111136377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68247" y="643568"/>
            <a:ext cx="8255506" cy="5570864"/>
          </a:xfrm>
        </p:spPr>
      </p:pic>
    </p:spTree>
    <p:extLst>
      <p:ext uri="{BB962C8B-B14F-4D97-AF65-F5344CB8AC3E}">
        <p14:creationId xmlns:p14="http://schemas.microsoft.com/office/powerpoint/2010/main" val="1322215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F5EE67-DE83-C00F-F31C-58A2B4623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085"/>
            <a:ext cx="9779183" cy="1600835"/>
          </a:xfrm>
        </p:spPr>
        <p:txBody>
          <a:bodyPr/>
          <a:lstStyle/>
          <a:p>
            <a:r>
              <a:rPr lang="en-IN" dirty="0"/>
              <a:t>Final Insights &amp; 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7743C-9A64-6DD7-26EC-7870E2484D2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166813" y="2652713"/>
            <a:ext cx="9780587" cy="3436937"/>
          </a:xfrm>
        </p:spPr>
        <p:txBody>
          <a:bodyPr>
            <a:normAutofit/>
          </a:bodyPr>
          <a:lstStyle/>
          <a:p>
            <a:pPr marL="59436" indent="0">
              <a:buNone/>
            </a:pPr>
            <a:r>
              <a:rPr lang="en-US" sz="1800" b="1" dirty="0"/>
              <a:t>Key Insights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Gold users spend more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Engagement increases after membership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Few products drive majority revenue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Personalized behavior patterns exist</a:t>
            </a:r>
          </a:p>
          <a:p>
            <a:pPr marL="59436" indent="0">
              <a:buNone/>
            </a:pPr>
            <a:r>
              <a:rPr lang="en-US" sz="1800" b="1" dirty="0"/>
              <a:t>Recommendations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Promote gold membership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Target high-value users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Recommend products based on behavior</a:t>
            </a:r>
          </a:p>
        </p:txBody>
      </p:sp>
    </p:spTree>
    <p:extLst>
      <p:ext uri="{BB962C8B-B14F-4D97-AF65-F5344CB8AC3E}">
        <p14:creationId xmlns:p14="http://schemas.microsoft.com/office/powerpoint/2010/main" val="25293387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6092" y="554206"/>
            <a:ext cx="6220278" cy="3262811"/>
          </a:xfrm>
        </p:spPr>
        <p:txBody>
          <a:bodyPr/>
          <a:lstStyle/>
          <a:p>
            <a:r>
              <a:rPr lang="en-US" sz="4800" dirty="0">
                <a:solidFill>
                  <a:schemeClr val="accent1">
                    <a:lumMod val="75000"/>
                  </a:schemeClr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61</TotalTime>
  <Words>161</Words>
  <Application>Microsoft Office PowerPoint</Application>
  <PresentationFormat>Widescreen</PresentationFormat>
  <Paragraphs>90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Tenorite</vt:lpstr>
      <vt:lpstr>Wingdings</vt:lpstr>
      <vt:lpstr>Custom</vt:lpstr>
      <vt:lpstr>Customer Behavior Analysis in Online Food Delivery</vt:lpstr>
      <vt:lpstr>Introduction</vt:lpstr>
      <vt:lpstr>Dataset Overview</vt:lpstr>
      <vt:lpstr>Methodology &amp; Approach</vt:lpstr>
      <vt:lpstr>SQL queries -&gt;</vt:lpstr>
      <vt:lpstr>Q1</vt:lpstr>
      <vt:lpstr>Q2</vt:lpstr>
      <vt:lpstr>Q3</vt:lpstr>
      <vt:lpstr>Q4</vt:lpstr>
      <vt:lpstr>Q5</vt:lpstr>
      <vt:lpstr>Q6</vt:lpstr>
      <vt:lpstr>Q7</vt:lpstr>
      <vt:lpstr>Q8</vt:lpstr>
      <vt:lpstr>Q9</vt:lpstr>
      <vt:lpstr>Q10</vt:lpstr>
      <vt:lpstr>Q11</vt:lpstr>
      <vt:lpstr>Q12</vt:lpstr>
      <vt:lpstr>Q13</vt:lpstr>
      <vt:lpstr>Q14</vt:lpstr>
      <vt:lpstr>Q15</vt:lpstr>
      <vt:lpstr>Q16</vt:lpstr>
      <vt:lpstr>Q17</vt:lpstr>
      <vt:lpstr>Q18</vt:lpstr>
      <vt:lpstr>Q19</vt:lpstr>
      <vt:lpstr>Q20</vt:lpstr>
      <vt:lpstr>Final Insights &amp; Conclusion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Jayesh Malviya</dc:creator>
  <cp:lastModifiedBy>Jayesh Malviya</cp:lastModifiedBy>
  <cp:revision>2</cp:revision>
  <dcterms:created xsi:type="dcterms:W3CDTF">2026-03-18T07:46:12Z</dcterms:created>
  <dcterms:modified xsi:type="dcterms:W3CDTF">2026-03-18T11:58:59Z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